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https://abhichauhan007.github.io/WeatherGPT-Prototype-SIH/" TargetMode="External" Type="http://schemas.openxmlformats.org/officeDocument/2006/relationships/hyperlink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50570" y="1277269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56349" y="2706569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26367" y="-723363"/>
            <a:ext cx="12163064" cy="3044726"/>
            <a:chOff x="0" y="0"/>
            <a:chExt cx="16589993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89994" cy="4152900"/>
            </a:xfrm>
            <a:custGeom>
              <a:avLst/>
              <a:gdLst/>
              <a:ahLst/>
              <a:cxnLst/>
              <a:rect r="r" b="b" t="t" l="l"/>
              <a:pathLst>
                <a:path h="4152900" w="16589994">
                  <a:moveTo>
                    <a:pt x="0" y="0"/>
                  </a:moveTo>
                  <a:lnTo>
                    <a:pt x="16589994" y="0"/>
                  </a:lnTo>
                  <a:lnTo>
                    <a:pt x="16589994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-24933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589993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5172" y="2059125"/>
            <a:ext cx="11699820" cy="671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26068</a:t>
            </a: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WeatherGPT: Conventional AI for Weather Forecasting Alerts, and Climate information.</a:t>
            </a: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Disaster Management</a:t>
            </a: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149059</a:t>
            </a:r>
          </a:p>
          <a:p>
            <a:pPr algn="just" marL="553550" indent="-276775" lvl="1">
              <a:lnSpc>
                <a:spcPts val="7340"/>
              </a:lnSpc>
              <a:buFont typeface="Arial"/>
              <a:buChar char="•"/>
            </a:pPr>
            <a:r>
              <a:rPr lang="en-US" b="true" sz="305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</a:t>
            </a:r>
            <a:r>
              <a:rPr lang="en-US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VisionX123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16346" y="-58250"/>
            <a:ext cx="4961955" cy="1714500"/>
            <a:chOff x="0" y="0"/>
            <a:chExt cx="661594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159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15940">
                  <a:moveTo>
                    <a:pt x="0" y="0"/>
                  </a:moveTo>
                  <a:lnTo>
                    <a:pt x="6615940" y="0"/>
                  </a:lnTo>
                  <a:lnTo>
                    <a:pt x="661594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05" r="0" b="-947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61594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MausamS</a:t>
              </a: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etu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VisionX123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301356" y="7696015"/>
            <a:ext cx="1915887" cy="1249101"/>
            <a:chOff x="0" y="0"/>
            <a:chExt cx="2554516" cy="1665468"/>
          </a:xfrm>
        </p:grpSpPr>
        <p:sp>
          <p:nvSpPr>
            <p:cNvPr name="Freeform 19" id="1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6" tooltip="https://abhichauhan007.github.io/WeatherGPT-Prototype-SIH/"/>
                </a:rPr>
                <a:t>LINK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231804" y="6000401"/>
            <a:ext cx="2056196" cy="4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b="true" sz="26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935237" y="6460865"/>
            <a:ext cx="603336" cy="1235150"/>
            <a:chOff x="0" y="0"/>
            <a:chExt cx="530903" cy="10868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903" cy="1086866"/>
            </a:xfrm>
            <a:custGeom>
              <a:avLst/>
              <a:gdLst/>
              <a:ahLst/>
              <a:cxnLst/>
              <a:rect r="r" b="b" t="t" l="l"/>
              <a:pathLst>
                <a:path h="1086866" w="530903">
                  <a:moveTo>
                    <a:pt x="265452" y="1086866"/>
                  </a:moveTo>
                  <a:lnTo>
                    <a:pt x="0" y="680466"/>
                  </a:lnTo>
                  <a:lnTo>
                    <a:pt x="203200" y="680466"/>
                  </a:lnTo>
                  <a:lnTo>
                    <a:pt x="203200" y="0"/>
                  </a:lnTo>
                  <a:lnTo>
                    <a:pt x="327703" y="0"/>
                  </a:lnTo>
                  <a:lnTo>
                    <a:pt x="327703" y="680466"/>
                  </a:lnTo>
                  <a:lnTo>
                    <a:pt x="530903" y="680466"/>
                  </a:lnTo>
                  <a:lnTo>
                    <a:pt x="265452" y="1086866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03200" y="-19050"/>
              <a:ext cx="124503" cy="1004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53539" y="2654787"/>
            <a:ext cx="15653800" cy="6877356"/>
          </a:xfrm>
          <a:custGeom>
            <a:avLst/>
            <a:gdLst/>
            <a:ahLst/>
            <a:cxnLst/>
            <a:rect r="r" b="b" t="t" l="l"/>
            <a:pathLst>
              <a:path h="6877356" w="15653800">
                <a:moveTo>
                  <a:pt x="0" y="0"/>
                </a:moveTo>
                <a:lnTo>
                  <a:pt x="15653799" y="0"/>
                </a:lnTo>
                <a:lnTo>
                  <a:pt x="15653799" y="6877357"/>
                </a:lnTo>
                <a:lnTo>
                  <a:pt x="0" y="6877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995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374918" y="51333"/>
            <a:ext cx="1736140" cy="1544419"/>
          </a:xfrm>
          <a:custGeom>
            <a:avLst/>
            <a:gdLst/>
            <a:ahLst/>
            <a:cxnLst/>
            <a:rect r="r" b="b" t="t" l="l"/>
            <a:pathLst>
              <a:path h="1544419" w="1736140">
                <a:moveTo>
                  <a:pt x="0" y="0"/>
                </a:moveTo>
                <a:lnTo>
                  <a:pt x="1736140" y="0"/>
                </a:lnTo>
                <a:lnTo>
                  <a:pt x="1736140" y="1544419"/>
                </a:lnTo>
                <a:lnTo>
                  <a:pt x="0" y="1544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-229730" y="1765678"/>
            <a:ext cx="1810512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486" indent="-416243" lvl="1">
              <a:lnSpc>
                <a:spcPts val="5520"/>
              </a:lnSpc>
              <a:buFont typeface="Arial"/>
              <a:buChar char="•"/>
            </a:pPr>
            <a:r>
              <a:rPr lang="en-US" b="true" sz="46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VisionX123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2940178" y="1993326"/>
            <a:ext cx="5347822" cy="7538818"/>
          </a:xfrm>
          <a:custGeom>
            <a:avLst/>
            <a:gdLst/>
            <a:ahLst/>
            <a:cxnLst/>
            <a:rect r="r" b="b" t="t" l="l"/>
            <a:pathLst>
              <a:path h="7538818" w="5347822">
                <a:moveTo>
                  <a:pt x="0" y="0"/>
                </a:moveTo>
                <a:lnTo>
                  <a:pt x="5347822" y="0"/>
                </a:lnTo>
                <a:lnTo>
                  <a:pt x="5347822" y="7538818"/>
                </a:lnTo>
                <a:lnTo>
                  <a:pt x="0" y="7538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839" r="0" b="-56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" y="2627854"/>
            <a:ext cx="10770773" cy="6904290"/>
          </a:xfrm>
          <a:custGeom>
            <a:avLst/>
            <a:gdLst/>
            <a:ahLst/>
            <a:cxnLst/>
            <a:rect r="r" b="b" t="t" l="l"/>
            <a:pathLst>
              <a:path h="6904290" w="10770773">
                <a:moveTo>
                  <a:pt x="0" y="0"/>
                </a:moveTo>
                <a:lnTo>
                  <a:pt x="10770773" y="0"/>
                </a:lnTo>
                <a:lnTo>
                  <a:pt x="10770773" y="6904290"/>
                </a:lnTo>
                <a:lnTo>
                  <a:pt x="0" y="6904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00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" y="1624012"/>
            <a:ext cx="1252981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3"/>
              </a:lnSpc>
            </a:pPr>
            <a:r>
              <a:rPr lang="en-US" sz="410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  <a:p>
            <a:pPr algn="just">
              <a:lnSpc>
                <a:spcPts val="336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183144" y="1707576"/>
            <a:ext cx="286189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VisionX123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971874" y="1595752"/>
            <a:ext cx="12382761" cy="7936392"/>
          </a:xfrm>
          <a:custGeom>
            <a:avLst/>
            <a:gdLst/>
            <a:ahLst/>
            <a:cxnLst/>
            <a:rect r="r" b="b" t="t" l="l"/>
            <a:pathLst>
              <a:path h="7936392" w="12382761">
                <a:moveTo>
                  <a:pt x="0" y="0"/>
                </a:moveTo>
                <a:lnTo>
                  <a:pt x="12382761" y="0"/>
                </a:lnTo>
                <a:lnTo>
                  <a:pt x="12382761" y="7936392"/>
                </a:lnTo>
                <a:lnTo>
                  <a:pt x="0" y="79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" t="-2301" r="-893" b="-35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VisionX123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7787" y="2369928"/>
            <a:ext cx="10642843" cy="6888372"/>
          </a:xfrm>
          <a:custGeom>
            <a:avLst/>
            <a:gdLst/>
            <a:ahLst/>
            <a:cxnLst/>
            <a:rect r="r" b="b" t="t" l="l"/>
            <a:pathLst>
              <a:path h="6888372" w="10642843">
                <a:moveTo>
                  <a:pt x="0" y="0"/>
                </a:moveTo>
                <a:lnTo>
                  <a:pt x="10642843" y="0"/>
                </a:lnTo>
                <a:lnTo>
                  <a:pt x="10642843" y="6888372"/>
                </a:lnTo>
                <a:lnTo>
                  <a:pt x="0" y="6888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01" r="0" b="-150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70630" y="2997698"/>
            <a:ext cx="7617370" cy="4760788"/>
          </a:xfrm>
          <a:custGeom>
            <a:avLst/>
            <a:gdLst/>
            <a:ahLst/>
            <a:cxnLst/>
            <a:rect r="r" b="b" t="t" l="l"/>
            <a:pathLst>
              <a:path h="4760788" w="7617370">
                <a:moveTo>
                  <a:pt x="0" y="0"/>
                </a:moveTo>
                <a:lnTo>
                  <a:pt x="7617370" y="0"/>
                </a:lnTo>
                <a:lnTo>
                  <a:pt x="7617370" y="4760788"/>
                </a:lnTo>
                <a:lnTo>
                  <a:pt x="0" y="4760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25" t="-797" r="-467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7636" y="8765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VisionX123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7038" y="1552663"/>
            <a:ext cx="8986962" cy="1985976"/>
          </a:xfrm>
          <a:custGeom>
            <a:avLst/>
            <a:gdLst/>
            <a:ahLst/>
            <a:cxnLst/>
            <a:rect r="r" b="b" t="t" l="l"/>
            <a:pathLst>
              <a:path h="1985976" w="8986962">
                <a:moveTo>
                  <a:pt x="0" y="0"/>
                </a:moveTo>
                <a:lnTo>
                  <a:pt x="8986962" y="0"/>
                </a:lnTo>
                <a:lnTo>
                  <a:pt x="8986962" y="1985976"/>
                </a:lnTo>
                <a:lnTo>
                  <a:pt x="0" y="1985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2" t="-49408" r="-773" b="-11389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5370975"/>
            <a:ext cx="9144000" cy="4163550"/>
          </a:xfrm>
          <a:custGeom>
            <a:avLst/>
            <a:gdLst/>
            <a:ahLst/>
            <a:cxnLst/>
            <a:rect r="r" b="b" t="t" l="l"/>
            <a:pathLst>
              <a:path h="4163550" w="9144000">
                <a:moveTo>
                  <a:pt x="0" y="0"/>
                </a:moveTo>
                <a:lnTo>
                  <a:pt x="9144000" y="0"/>
                </a:lnTo>
                <a:lnTo>
                  <a:pt x="9144000" y="4163550"/>
                </a:lnTo>
                <a:lnTo>
                  <a:pt x="0" y="4163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44000" y="1552663"/>
            <a:ext cx="9093920" cy="2072154"/>
          </a:xfrm>
          <a:custGeom>
            <a:avLst/>
            <a:gdLst/>
            <a:ahLst/>
            <a:cxnLst/>
            <a:rect r="r" b="b" t="t" l="l"/>
            <a:pathLst>
              <a:path h="2072154" w="9093920">
                <a:moveTo>
                  <a:pt x="0" y="0"/>
                </a:moveTo>
                <a:lnTo>
                  <a:pt x="9093920" y="0"/>
                </a:lnTo>
                <a:lnTo>
                  <a:pt x="9093920" y="2072154"/>
                </a:lnTo>
                <a:lnTo>
                  <a:pt x="0" y="2072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9956" r="0" b="-1082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146893" y="3753703"/>
            <a:ext cx="5141107" cy="5778441"/>
          </a:xfrm>
          <a:custGeom>
            <a:avLst/>
            <a:gdLst/>
            <a:ahLst/>
            <a:cxnLst/>
            <a:rect r="r" b="b" t="t" l="l"/>
            <a:pathLst>
              <a:path h="5778441" w="5141107">
                <a:moveTo>
                  <a:pt x="0" y="0"/>
                </a:moveTo>
                <a:lnTo>
                  <a:pt x="5141107" y="0"/>
                </a:lnTo>
                <a:lnTo>
                  <a:pt x="5141107" y="5778441"/>
                </a:lnTo>
                <a:lnTo>
                  <a:pt x="0" y="57784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2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802725" y="3538639"/>
            <a:ext cx="1971712" cy="1725248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812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19"/>
                </a:lnSpc>
              </a:pPr>
              <a:r>
                <a:rPr lang="en-US" b="true" sz="509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UI/UX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956354" y="3753703"/>
            <a:ext cx="9175908" cy="5780822"/>
          </a:xfrm>
          <a:custGeom>
            <a:avLst/>
            <a:gdLst/>
            <a:ahLst/>
            <a:cxnLst/>
            <a:rect r="r" b="b" t="t" l="l"/>
            <a:pathLst>
              <a:path h="5780822" w="9175908">
                <a:moveTo>
                  <a:pt x="0" y="0"/>
                </a:moveTo>
                <a:lnTo>
                  <a:pt x="9175908" y="0"/>
                </a:lnTo>
                <a:lnTo>
                  <a:pt x="9175908" y="5780822"/>
                </a:lnTo>
                <a:lnTo>
                  <a:pt x="0" y="57808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DAHVSUc0Ttg</dc:identifier>
  <dcterms:modified xsi:type="dcterms:W3CDTF">2011-08-01T06:04:30Z</dcterms:modified>
  <cp:revision>1</cp:revision>
  <dc:title>SIH2026-IDEA-Presentation-Format.pptx</dc:title>
</cp:coreProperties>
</file>